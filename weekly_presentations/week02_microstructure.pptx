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2 — Foundations of Market Microstructure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From limit order books to the role of the market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Reconstruct a limit order book from raw exchange events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Decompose the bid-ask spread into its three classical components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Explain the market maker as a continuous liquidity 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Order Book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Order types: market, limit, IOC, post-only, hidden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Price-time priority and the matching algorithm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L1 and L2 views (Coincall provides L2; there is no L3 feed); tick and lot size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Coincall architecture: contracts, fees, market-maker tiers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Spread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Adverse selection, inventory, and order-processing costs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Roll (1984): effective spread from trade prices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Glosten-Milgrom (1985): asymmetric information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Kyle (1985): the strategic informed trader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Realized spread, effective spread, price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Build an L2 order-book reconstructor in Python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Replay one hour of Coincall BTC-PERP events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Emit a CSV of mid-price, spread, and depth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Watch out: delete price levels that empty after a cancel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Reading &amp; Problem Set 2 (Python)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Cartea-Jaikumar-Penalva Ch. 1-3; Roll (1984); Glosten-Milgrom (1985)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PS2: order book, Roll estimator, Glosten-Milgrom, toxicity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