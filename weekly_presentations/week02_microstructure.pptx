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2 — Foundations of Market Microstructure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From the limit order book to the role of the market maker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Learning objectives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1: Order Book Mechanics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2: Spread Decomposition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Illustration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Getting the data from Coincall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Code: week2_orderbook.py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Summary &amp; key takeaways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Glossary of key terms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Reading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Reconstruct an L2 order book from Coincall data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Decompose the bid-ask spread (Roll, Glosten-Milgrom, Kyle)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Explain the market maker as a continuous liquidity provider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Order Book Mechanics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Order types: market, limit, IOC, post-only, hidden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Price-time priority and the matching algorithm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L1 and L2 views (Coincall provides L2; there is no L3 / per-order feed)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Because data is L2, we model aggregate intensity, not queue position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Spread Decomposition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Adverse selection + inventory + order-processing costs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Roll (1984): effective spread from trade prices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Glosten-Milgrom (1985): asymmetric information sets the spread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Realized spread, effective spread, price impact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32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Goal: pull a single option's order book and recent trades, build mid/spread.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Option order book (100 depth):  GET /open/option/order/orderbook/v1/{symbol}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Recent trades:                   GET /open/option/trade/lasttrade/v1/{symbol}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List symbols first:              GET /open/option/getInstruments/BTC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Response gives arrays of [price, size] for bids and asks -&gt; aggregate (L2)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For replay/backtests use the provided Parquet L2 snapshots (1s for options)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Live updates: subscribe to the /options/orderbook WebSocket channel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week2_orderbook.py -- mid &amp; spread from a Coincall L2 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from coincall_client import signed_get   # from Week 1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l2_top_of_book(symbol, key, secret):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ob = signed_get(f"/open/option/order/orderbook/v1/{symbol}", {}, key, secret)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data = ob["data"]                       # confirm field names in the docs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bids = sorted(data["bids"], key=lambda x: -float(x[0]))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asks = sorted(data["asks"], key=lambda x:  float(x[0]))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best_bid, best_ask = float(bids[0][0]), float(asks[0][0])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mid    = 0.5 * (best_bid + best_ask)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spread = best_ask - best_bid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mid, spread, best_bid, best_ask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For an offline backtest, replay the provided Parquet instead: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  import pandas as pd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  book = pd.read_parquet("coincall_btc_options_l2_2025Q4.parquet")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  book["mid"] = 0.5 * (book.bid_px_0 + book.ask_px_0)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Summary — 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 limit order book is resting orders by price; mid = (best bid + best ask)/2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spread pays for adverse selection, inventory, and order processing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Roll, Glosten-Milgrom, and Kyle each isolate a different spread component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Coincall gives L2 depth -&gt; we model aggregate intensity, not queue position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Deliverable mindset: a clean, reusable order-book reconstructor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Limit order book (LOB)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all resting limit orders organized by price level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L1 / L2 / L3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top-of-book / aggregated depth / per-order; Coincall provides L2 only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Mid-price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average of the best bid and best ask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Adverse selection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loss from trading against better-informed counterparties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Effective spread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actual cost relative to mid (estimated by the Roll measure)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Price impact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how far the mid moves in the direction of an incoming trade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Order-flow toxicity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degree to which incoming flow is informed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Cartea-Jaikumar-Penalva, Ch. 1-3; Roll (1984); Glosten-Milgrom (1985)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Roll, R. (1984). A simple implicit measure of the effective bid-ask spread. Journal of Finance, 39(4), 1127-1139.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Glosten, L. R., &amp; Milgrom, P. R. (1985). Bid, ask and transaction prices in a specialist market. J. Financial Economics, 14(1), 71-100.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Kyle, A. S. (1985). Continuous auctions and insider trading. Econometrica, 53(6), 1315-1335.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O'Hara, M. (1995). Market Microstructure Theory. Blackwell.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Cartea, Jaikumar, &amp; Penalva (2015). Algorithmic and High-Frequency Trading, Ch. 1-3.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