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7 — Fast Computation: Prices, Greeks, Implied Vol, Surfaces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The latency budget, in C++ via pybind11 -- 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CF Pricing &amp; Implied Vol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2: Binding C++ with pybind11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fastmm pybind11 module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Summary &amp; key takeaways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Implement COS / Carr-Madan pricers and robust implied-vol in C++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Expose the C++ kernels to Python with pybind11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Validate Greeks against PyTorch autograd; hit the 5 ms budget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CF Pricing &amp; Implied 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Characteristic functions: Black-Scholes and Heston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Fang-Oosterlee COS method (the workhorse)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Robust implied-vol inversion (good guess + safeguarded Newton)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Binding C++ with pybind11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Structure a pybind11 module; build with CMake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Pass NumPy/PyTorch tensors with no copy (buffer protocol)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Release the GIL around the C++ hot loop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PyTorch autograd is the REFERENCE for Greeks; C++ is the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330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C(K)=e^{-rT}\,\tfrac{1}{\pi}\!\int_0^\infty \mathrm{Re}\!\big[e^{-iu\ln K}\hat{\phi}(u)\big]\,du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Once we leave Black-Scholes (e.g. Heston), there is no closed-form price, but the characteristic function $\phi$ IS known. Pricing becomes a single Fourier integral -- this is why CF methods exist and why they are fast.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 \approx \sum_{n=0}^{N-1}{}' \mathrm{Re}\!\Big[\phi\!\big(\tfrac{n\pi}{b-a}\big)e^{-i n\pi\frac{a}{b-a}}\Big]V_n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Fang-Oosterlee COS method replaces the integral with a cosine series that converges geometrically for smooth densities. We truncate $[a,b]$ from the cumulants, not by guessing -- that is what makes it reach $10^{-4}$ accuracy in microseconds.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Inputs are the calibrated surface from Week 6 plus reference prices: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coincall_btc_options_chain_snapshots_2025Q4.parquet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coincall_calibrated_svi_surfaces_2025Q4.parquet (baseline)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coincall_reference_prices_2025Q4.parquet (accuracy target, 1e-4)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Live mark/IV/Greeks for spot checks: GET /open/option/detail/v1/{symbol}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fastmm pybind11 module -- C++ kernel exposed to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// fastmm.cpp  (build with CMake + pybind11; import as `fastmm`)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#include &lt;pybind11/pybind11.h&gt;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#include &lt;pybind11/numpy.h&gt;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namespace py = pybind11;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double cos_price(double S, double K, double T, double r, double sigma);  // COS pricer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py::array_t&lt;double&gt; price_surface(py::array_t&lt;double&gt; K, double S,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                  double T, double r, double sigma) {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auto k = K.unchecked&lt;1&gt;(); auto out = py::array_t&lt;double&gt;(k.shape(0));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auto o = out.mutable_unchecked&lt;1&gt;();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{ py::gil_scoped_release nogil;                 // release GIL for the hot loop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for (py::ssize_t i = 0; i &lt; k.shape(0); ++i)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o(i) = cos_price(S, k(i), T, r, sigma); 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out;                                     // zero-copy back to NumPy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PYBIND11_MODULE(fastmm, m) { m.def("price_surface", &amp;price_surface);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Summary —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Beyond Black-Scholes there is no closed form -- use the characteristic function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COS (Fang-Oosterlee) is the workhorse; truncate from the cumulants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Write the hot kernel in C++ and expose it to Python with pybind11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PyTorch autograd is the REFERENCE for Greeks; C++ is only the speed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2: full surface &lt; 5 ms (hard gate); release the GIL in the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Characteristic function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Fourier transform of the log-return density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COS method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Fourier-cosine series option pricing (Fang-Oosterlee)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Carr-Madan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FFT-based option pricing via a damped payoff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Implied-vol inversion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solving for the IV that reproduces a price (safeguarded Newton)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pybind11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header-only C++ &lt;-&gt; Python binding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GIL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Python's Global Interpreter Lock; released around the C++ hot loop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Latency budget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maximum allowed time (sub-5 ms full-surface revaluation)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Carr-Madan (1999); Fang-Oosterlee (2008); Jaeckel (2015); pybind11 docs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Carr, P., &amp; Madan, D. (1999). Option valuation using the fast Fourier transform. J. Computational Finance, 2(4), 61-73.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Fang, F., &amp; Oosterlee, C. W. (2008). A novel pricing method for European options based on Fourier-cosine series expansions. SIAM J. Sci. Comput., 31(2), 826-848.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Jackel, P. (2015). Let's be rational. Wilmott Magazine.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Jakob, W., Rhinelander, J., &amp; Moldovan, D. (2017). pybind11. https://github.com/pybind/pybind11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Paszke, A., et al. (2019). PyTorch: an imperative style, high-performance deep learning library. NeurIPS.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