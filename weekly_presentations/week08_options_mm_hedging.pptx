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8 — Options Market Making &amp; Dynamic Hedging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Avellaneda-Stoikov with a vector-valued (Greek)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Multi-Greek Inventory &amp; HJB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2: Dynamic Hedging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week8_hedge.py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Summary &amp; key takeaways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Set up the El Aoud-Abergel multi-Greek framework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the quadratic inventory penalty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Quantify the P&amp;L of a delta-hedged 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Multi-Greek Inventory &amp; HJB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Inventory becomes a vector q = (Delta, Gamma, vega, ...)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Quadratic inventory penalty; reduces to AS in 1-D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Multi-Greek HJB and the separation ansatz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Dynamic Hedging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Continuous vs discrete delta hedging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gamma-theta-variance identity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Perp futures as the hedge instrument; funding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\text{penalty} = \tfrac12\, q^{\mathsf T} \Sigma\, q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Inventory risk for an options book is multi-dimensional (delta, gamma, vega...). A quadratic form is the local (mean-variance) risk of the Greek vector; $\Sigma$ is calibrated to the empirical covariance of the Greeks, so cross-risks are priced, not just diagonal ones. It reduces to AS's $q^2$ penalty when there is one Greek.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d\Pi = \tfrac12\,\Gamma\,S^2\big(\sigma_{\text{real}}^2-\sigma_{\text{impl}}^2\big)\,dt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gamma-theta-variance identity: a delta-hedged option earns (or pays) the gap between realized and implied variance, scaled by dollar gamma. This single equation explains ~80% of a hedged book's daily P&amp;L and motivates why we track gamma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Greeks per contract (for the inventory vector and Sigma):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GET /open/option/detail/v1/{symbol}  -&gt; delta, gamma, vega, theta, rho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Hedge instrument + carry: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Perp book:  GET /open/futures/order/orderbook/v1/{symbol}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Funding:    GET /open/public/fundingRate/v1?symbol=BTCUSD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Offline: coincall_funding_rates_2025Q4.parquet for hedge-cost accounting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week8_hedge.py -- aggregate Greeks &amp; threshold delta hedge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book_greeks(positions, greeks):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# positions: (n,), greeks: (n,5) columns [delta,gamma,vega,theta,rho]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(positions[:, None] * greeks).sum(0)      # aggregate inventory vector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delta_hedge(net_delta, perp_pos, threshold=0.1):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if net_delta.abs() &gt; threshold:                  # rebalance only when breached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trade = -net_delta                           # hedge with perp futures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return perp_pos + trade, trade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perp_pos, torch.tensor(0.0)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Options inventory is a VECTOR of Greeks, penalized by (1/2) q^T Sigma q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multi-Greek HJB reduces to Avellaneda-Stoikov in the 1-D limit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Gamma-theta-variance identity explains ~80% of a hedged book's P&amp;L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Hedge delta with the perpetual; account for the funding rate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Sigma to the empirical Greek covariance, not the identity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Greek inventory vector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aggregated (delta, gamma, vega, ...) exposure of the book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Quadratic penalty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risk term (1/2) q^T Sigma q on the Greek vector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Delta hedging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neutralizing directional risk using the underlying or a perpetual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Gamma scalping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P&amp;L earned by re-hedging a long-gamma position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Gamma-theta-variance identity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hedged P&amp;L = (1/2) Gamma S^2 (realized var - implied var) dt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Funding rate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periodic payment between perpetual-swap longs and shorts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El Aoud-Abergel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multi-Greek option market-making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El Aoud-Abergel (2015); Taleb (1997); Cartea et al., Ch.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El Aoud, S., &amp; Abergel, F. (2015). A stochastic control approach to option market making. Market Microstructure and Liquidity, 1(1), 1550006.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Taleb, N. N. (1997). Dynamic Hedging: Managing Vanilla and Exotic Options. Wiley.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Jaikumar, &amp; Penalva (2015). Algorithmic and High-Frequency Trading, Ch. 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